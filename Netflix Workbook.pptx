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rod-useast-b.online.tableau.com/#/site/dannylama69df07d52/workbooks/1341695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7334363-6118-4971-9F36-AC23894E873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Netflix Workbook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AED982B-0DB9-44D0-BFC1-E77C7F4A84E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3/17/2024 1:41:35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DDC59D81-09BE-487E-ADDE-185FB338D8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2024-03-17T17:41:36Z</dcterms:created>
  <dcterms:modified xsi:type="dcterms:W3CDTF">2024-03-17T17:41:36Z</dcterms:modified>
</cp:coreProperties>
</file>